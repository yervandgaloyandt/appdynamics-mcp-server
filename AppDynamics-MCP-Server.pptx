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109728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AppDynamics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</a:rPr>
              <a:t>MCP Server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Bringing AppDynamics observability data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directly into AI-powered development tools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36576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23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REST API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0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Powered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What Is 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0" cy="292608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MCP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Model Context Protocol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 open standard that lets AI assistants (Claude, Cursor, etc.) call external tools and access live data through a unified interface.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143000"/>
            <a:ext cx="640080" cy="292608"/>
          </a:xfrm>
          <a:prstGeom prst="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430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AppDynamics Integration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1488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Connects directly to AppDynamics SaaS REST APIs — exposing applications, metrics, health, transactions, dashboards, and more.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5176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60120"/>
            <a:ext cx="26517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143000"/>
            <a:ext cx="64008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1430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AI-Ready Observability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1488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Ask your AI assistant natural language questions about production health, then get live data, root-cause analysis, and auto-built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6032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5603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MCP Clients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Claude / Cursor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Claude Desktop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5603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MCP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src/index.ts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23 registered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56032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5603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AppDynamics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SaaS REST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OAuth2 Auth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709928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709928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Key Source Files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17520"/>
            <a:ext cx="54864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35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src/index.ts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552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Entry point — McpServer, registers all 23 tools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17520"/>
            <a:ext cx="54864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35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src/services/api-client.ts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2552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Shared HTTP client — appdGet / appdPost / appdDelete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584448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584448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02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src/services/auth.ts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822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OAuth2 token management with caching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584448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58444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602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src/utils/app-resolver.ts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822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App name → ID resolution with cache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151376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151376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9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src/tools/dashboards.ts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dashboard CRUD, auto-build, import/export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4151376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151376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169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src/tools/root-cause.ts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appd_diagnose_issue — two-phase RCA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23 Tools — Full Coverage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Discovery &amp; Health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appd_get_applications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appd_get_health_rules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appd_get_health_violations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appd_get_anomalies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605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1280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appd_get_business_transactions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appd_get_bt_performance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appd_get_service_endpoints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appd_get_service_endpoint_performance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605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4160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697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appd_get_tiers_and_nodes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appd_get_backends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1605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Diagnostics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2697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appd_get_snapshots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appd_get_errors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appd_diagnose_issue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1605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Metrics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4114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appd_get_metric_data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appd_browse_metric_tree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703320"/>
            <a:ext cx="41605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03320"/>
            <a:ext cx="4160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Dashboards (10)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41148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appd_get_dashboards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appd_create_dashboard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appd_update_dashboard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appd_add_widget_to_dashboard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appd_clone_dashboard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appd_delete_dashboard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appd_export_dashboard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appd_import_dashboard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appd_save_dashboard_file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appd_auto_build_dashboard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Dashboard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Two distinct API formats — never mix them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</a:rPr>
              <a:t>Export Format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3749040" cy="256032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auto_build  •  import  •  save_file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Top-level key: widgetTemplates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Widget types: "GaugeWidget", "GraphWidget"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151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Metrics: dataSeriesTemplates[]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626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Endpoint: CustomDashboardImportExportServlet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Envelope: dashboardFormatVersion "4.0"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Function: buildExportWidgetPayload()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1605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4160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RESTUI Format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536192"/>
            <a:ext cx="3749040" cy="256032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create  •  update  •  add_widget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Top-level key: widgets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2677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Widget types: "GAUGE", "TIMESERIES_GRAPH"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6151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Metrics: widgetsMetricMatchCriterias[]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9626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Endpoint: /restui/dashboards/createDashboard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3101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Two-step binding for metric widgets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›  Function: buildWidgetPayload()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708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⚠  Import servlet always drops metric bindings — two-step RESTUI binding required after import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Root Cause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appd_diagnose_issue — composite two-phase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61288"/>
            <a:ext cx="6858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161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55064"/>
            <a:ext cx="201168" cy="201168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55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9808" y="1600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Fetch health violations (active + recent)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201168" cy="201168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Get business transaction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201168" cy="201168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9808" y="2606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Pull service endpoint metrics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201168" cy="201168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3108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Retrieve error counts &amp; snapshots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66744"/>
            <a:ext cx="201168" cy="201168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66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" y="3611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Collect tier/node status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4160520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51560"/>
            <a:ext cx="4160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161288"/>
            <a:ext cx="68580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161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1161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RCA Synthesis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1655064"/>
            <a:ext cx="201168" cy="201168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655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84648" y="1600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Correlate violations with BT degradation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2157984"/>
            <a:ext cx="201168" cy="201168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84648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Identify slow endpoints &amp; error hotspots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660904"/>
            <a:ext cx="201168" cy="201168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84648" y="2606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Cross-reference tier issues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3163824"/>
            <a:ext cx="201168" cy="201168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84648" y="3108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Rank probable root causes by impact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3666744"/>
            <a:ext cx="201168" cy="201168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666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84648" y="3611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Generate actionable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Authentication &amp;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OAuth2 Token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5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POST /controller/api/oauth/access_token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40233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73352"/>
            <a:ext cx="45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73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Client ID: clientName@accountName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0233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76272"/>
            <a:ext cx="45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76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Token cached with 5-min safety margin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40233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79192"/>
            <a:ext cx="45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79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Auto-refresh on expiry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40233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82112"/>
            <a:ext cx="45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82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Fallback: direct API key (no secret)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Environment Variables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0432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170432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207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APPD_URL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1280160"/>
            <a:ext cx="86868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12801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1481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Controller base URL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856232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856232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8928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APPD_CLIENT_NAME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0" y="1965960"/>
            <a:ext cx="86868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9659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2167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OAuth client name / API key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42032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542032"/>
            <a:ext cx="54864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786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APPD_CLIENT_SECRET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0" y="2651760"/>
            <a:ext cx="868680" cy="201168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26517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Optional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0600" y="2852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OAuth client secret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227832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227832"/>
            <a:ext cx="54864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2644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APPD_ACCOUNT_NAME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863840" y="3337560"/>
            <a:ext cx="868680" cy="201168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33375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Optional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35387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Account name for client ID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Getting Started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78408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Install &amp; Build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38404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978408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Set Environment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8404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630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APPD_URL=https://my.saas.appdynamics.com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APPD_CLIENT_NAME=myClient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APPD_CLIENT_SECRET=mySecret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APPD_ACCOUNT_NAME=myAccount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81528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Run Server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520440"/>
            <a:ext cx="38404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661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tsx src/index.ts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08152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Connect AI Client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38404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5661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to Claude Desktop / Cursor MCP config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All 23 tools become available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"/>
            <a:ext cx="4572000" cy="4572000"/>
          </a:xfrm>
          <a:prstGeom prst="ellipse">
            <a:avLst/>
          </a:prstGeom>
          <a:solidFill>
            <a:srgbClr val="0EA5E9">
              <a:alpha val="6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594360" cy="347472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124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Complete AppDynamics API coverage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517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6517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097280"/>
            <a:ext cx="594360" cy="347472"/>
          </a:xfrm>
          <a:prstGeom prst="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9080" y="1124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AI-Native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Works with Claude, Cursor &amp; any MCP client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6517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6012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097280"/>
            <a:ext cx="594360" cy="347472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1124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Dashboards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 CRUD, auto-build, import/export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26517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6517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788920"/>
            <a:ext cx="59436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889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Root Cause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Two-phase automated issue diagnosis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651760"/>
            <a:ext cx="26517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6517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2788920"/>
            <a:ext cx="59436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7889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6908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TypeScript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Strict mode, ES modules, Zod validation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651760"/>
            <a:ext cx="26517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6517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2788920"/>
            <a:ext cx="59436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7889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Secure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6364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OAuth2 with token caching &amp; auto-refresh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AppDynamics MCP Server  •  github repo  •  npx tsx src/index.ts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AppDynamics MCP Server</dc:title>
  <dc:subject>PptxGenJS Presentation</dc:subject>
  <dc:creator>AppD MCP Project</dc:creator>
  <cp:lastModifiedBy>AppD MCP Project</cp:lastModifiedBy>
  <cp:revision>1</cp:revision>
  <dcterms:created xsi:type="dcterms:W3CDTF">2026-03-05T17:14:48Z</dcterms:created>
  <dcterms:modified xsi:type="dcterms:W3CDTF">2026-03-05T17:14:48Z</dcterms:modified>
</cp:coreProperties>
</file>